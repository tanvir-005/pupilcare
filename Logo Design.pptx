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0F2"/>
    <a:srgbClr val="007E39"/>
    <a:srgbClr val="15626E"/>
    <a:srgbClr val="89FF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37" d="100"/>
          <a:sy n="37" d="100"/>
        </p:scale>
        <p:origin x="11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EEAB-AFB9-471E-BD91-394563E866E1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F048-A935-4FEE-8AD6-39937057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07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EEAB-AFB9-471E-BD91-394563E866E1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F048-A935-4FEE-8AD6-39937057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47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EEAB-AFB9-471E-BD91-394563E866E1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F048-A935-4FEE-8AD6-39937057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02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EEAB-AFB9-471E-BD91-394563E866E1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F048-A935-4FEE-8AD6-39937057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28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EEAB-AFB9-471E-BD91-394563E866E1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F048-A935-4FEE-8AD6-39937057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98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EEAB-AFB9-471E-BD91-394563E866E1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F048-A935-4FEE-8AD6-39937057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8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EEAB-AFB9-471E-BD91-394563E866E1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F048-A935-4FEE-8AD6-39937057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2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EEAB-AFB9-471E-BD91-394563E866E1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F048-A935-4FEE-8AD6-39937057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6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EEAB-AFB9-471E-BD91-394563E866E1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F048-A935-4FEE-8AD6-39937057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8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EEAB-AFB9-471E-BD91-394563E866E1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F048-A935-4FEE-8AD6-39937057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6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EEAB-AFB9-471E-BD91-394563E866E1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F048-A935-4FEE-8AD6-39937057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3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EEEAB-AFB9-471E-BD91-394563E866E1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6F048-A935-4FEE-8AD6-39937057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31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Oval 89">
            <a:extLst>
              <a:ext uri="{FF2B5EF4-FFF2-40B4-BE49-F238E27FC236}">
                <a16:creationId xmlns:a16="http://schemas.microsoft.com/office/drawing/2014/main" id="{8C06611B-962A-46F3-9298-315FCCC31DFF}"/>
              </a:ext>
            </a:extLst>
          </p:cNvPr>
          <p:cNvSpPr/>
          <p:nvPr/>
        </p:nvSpPr>
        <p:spPr>
          <a:xfrm>
            <a:off x="3806995" y="3806997"/>
            <a:ext cx="6102010" cy="6102006"/>
          </a:xfrm>
          <a:prstGeom prst="ellipse">
            <a:avLst/>
          </a:prstGeom>
          <a:solidFill>
            <a:schemeClr val="bg1"/>
          </a:solidFill>
          <a:ln w="444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3EC7C69-9E57-4720-9861-49B706F9F1D5}"/>
              </a:ext>
            </a:extLst>
          </p:cNvPr>
          <p:cNvCxnSpPr>
            <a:cxnSpLocks/>
          </p:cNvCxnSpPr>
          <p:nvPr/>
        </p:nvCxnSpPr>
        <p:spPr>
          <a:xfrm>
            <a:off x="6257109" y="5246873"/>
            <a:ext cx="10824" cy="4444454"/>
          </a:xfrm>
          <a:prstGeom prst="line">
            <a:avLst/>
          </a:prstGeom>
          <a:ln w="444500" cap="flat">
            <a:solidFill>
              <a:srgbClr val="1562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c 40">
            <a:extLst>
              <a:ext uri="{FF2B5EF4-FFF2-40B4-BE49-F238E27FC236}">
                <a16:creationId xmlns:a16="http://schemas.microsoft.com/office/drawing/2014/main" id="{C1FCFA59-D9F1-4715-A8D4-C3DAA7126C53}"/>
              </a:ext>
            </a:extLst>
          </p:cNvPr>
          <p:cNvSpPr/>
          <p:nvPr/>
        </p:nvSpPr>
        <p:spPr>
          <a:xfrm>
            <a:off x="5398525" y="5180848"/>
            <a:ext cx="2918953" cy="2918952"/>
          </a:xfrm>
          <a:prstGeom prst="arc">
            <a:avLst>
              <a:gd name="adj1" fmla="val 12661899"/>
              <a:gd name="adj2" fmla="val 11687564"/>
            </a:avLst>
          </a:prstGeom>
          <a:ln w="444500" cap="flat">
            <a:solidFill>
              <a:srgbClr val="1562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D9CA6AB5-2E72-4ADB-A45F-425D1C2E1403}"/>
              </a:ext>
            </a:extLst>
          </p:cNvPr>
          <p:cNvSpPr/>
          <p:nvPr/>
        </p:nvSpPr>
        <p:spPr>
          <a:xfrm flipH="1" flipV="1">
            <a:off x="4602760" y="4385084"/>
            <a:ext cx="4510480" cy="4510480"/>
          </a:xfrm>
          <a:prstGeom prst="arc">
            <a:avLst>
              <a:gd name="adj1" fmla="val 12661899"/>
              <a:gd name="adj2" fmla="val 11687564"/>
            </a:avLst>
          </a:prstGeom>
          <a:ln w="444500" cap="flat">
            <a:solidFill>
              <a:srgbClr val="1562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30591FC-FC61-45E5-A2C1-8EFF73B5FA29}"/>
              </a:ext>
            </a:extLst>
          </p:cNvPr>
          <p:cNvSpPr/>
          <p:nvPr/>
        </p:nvSpPr>
        <p:spPr>
          <a:xfrm>
            <a:off x="3806995" y="3589321"/>
            <a:ext cx="6102010" cy="6102006"/>
          </a:xfrm>
          <a:prstGeom prst="ellipse">
            <a:avLst/>
          </a:prstGeom>
          <a:noFill/>
          <a:ln w="444500">
            <a:solidFill>
              <a:srgbClr val="E1F0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28B7E98-C2B4-4DDA-BBF0-2D03E20C8EE1}"/>
              </a:ext>
            </a:extLst>
          </p:cNvPr>
          <p:cNvSpPr/>
          <p:nvPr/>
        </p:nvSpPr>
        <p:spPr>
          <a:xfrm>
            <a:off x="-2559117" y="-2776787"/>
            <a:ext cx="18834234" cy="18834222"/>
          </a:xfrm>
          <a:prstGeom prst="ellipse">
            <a:avLst/>
          </a:prstGeom>
          <a:noFill/>
          <a:ln w="444500">
            <a:solidFill>
              <a:srgbClr val="E1F0F2">
                <a:alpha val="1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7FB998F-BB4C-4EF8-94D4-8EDFD8EC9BD3}"/>
              </a:ext>
            </a:extLst>
          </p:cNvPr>
          <p:cNvSpPr/>
          <p:nvPr/>
        </p:nvSpPr>
        <p:spPr>
          <a:xfrm>
            <a:off x="-1763353" y="-1981023"/>
            <a:ext cx="17242706" cy="17242694"/>
          </a:xfrm>
          <a:prstGeom prst="ellipse">
            <a:avLst/>
          </a:prstGeom>
          <a:noFill/>
          <a:ln w="444500">
            <a:solidFill>
              <a:srgbClr val="E1F0F2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5423246-88DC-45AD-991E-49A33C7E3BAE}"/>
              </a:ext>
            </a:extLst>
          </p:cNvPr>
          <p:cNvSpPr/>
          <p:nvPr/>
        </p:nvSpPr>
        <p:spPr>
          <a:xfrm>
            <a:off x="-967589" y="-1185260"/>
            <a:ext cx="15651178" cy="15651168"/>
          </a:xfrm>
          <a:prstGeom prst="ellipse">
            <a:avLst/>
          </a:prstGeom>
          <a:noFill/>
          <a:ln w="444500">
            <a:solidFill>
              <a:srgbClr val="E1F0F2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048C5D0-02D0-4241-AF9F-9EB79B0D2E03}"/>
              </a:ext>
            </a:extLst>
          </p:cNvPr>
          <p:cNvSpPr/>
          <p:nvPr/>
        </p:nvSpPr>
        <p:spPr>
          <a:xfrm>
            <a:off x="-171825" y="-389497"/>
            <a:ext cx="14059650" cy="14059642"/>
          </a:xfrm>
          <a:prstGeom prst="ellipse">
            <a:avLst/>
          </a:prstGeom>
          <a:noFill/>
          <a:ln w="444500">
            <a:solidFill>
              <a:srgbClr val="E1F0F2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81A90BF-1878-4851-9548-95107D66E794}"/>
              </a:ext>
            </a:extLst>
          </p:cNvPr>
          <p:cNvSpPr/>
          <p:nvPr/>
        </p:nvSpPr>
        <p:spPr>
          <a:xfrm>
            <a:off x="623939" y="406267"/>
            <a:ext cx="12468122" cy="12468114"/>
          </a:xfrm>
          <a:prstGeom prst="ellipse">
            <a:avLst/>
          </a:prstGeom>
          <a:noFill/>
          <a:ln w="444500">
            <a:solidFill>
              <a:srgbClr val="E1F0F2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6BF9F43-6A52-413A-8140-B08A218EE9FC}"/>
              </a:ext>
            </a:extLst>
          </p:cNvPr>
          <p:cNvSpPr/>
          <p:nvPr/>
        </p:nvSpPr>
        <p:spPr>
          <a:xfrm>
            <a:off x="1419703" y="1202031"/>
            <a:ext cx="10876594" cy="10876586"/>
          </a:xfrm>
          <a:prstGeom prst="ellipse">
            <a:avLst/>
          </a:prstGeom>
          <a:noFill/>
          <a:ln w="444500">
            <a:solidFill>
              <a:srgbClr val="E1F0F2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C0BF988-7006-4F00-B05F-E81B06285A49}"/>
              </a:ext>
            </a:extLst>
          </p:cNvPr>
          <p:cNvSpPr/>
          <p:nvPr/>
        </p:nvSpPr>
        <p:spPr>
          <a:xfrm>
            <a:off x="2215467" y="1997794"/>
            <a:ext cx="9285066" cy="9285060"/>
          </a:xfrm>
          <a:prstGeom prst="ellipse">
            <a:avLst/>
          </a:prstGeom>
          <a:noFill/>
          <a:ln w="444500">
            <a:solidFill>
              <a:srgbClr val="E1F0F2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5CD02EE-7868-4B6B-B9BF-31C640230B72}"/>
              </a:ext>
            </a:extLst>
          </p:cNvPr>
          <p:cNvSpPr/>
          <p:nvPr/>
        </p:nvSpPr>
        <p:spPr>
          <a:xfrm>
            <a:off x="3011231" y="2793558"/>
            <a:ext cx="7693538" cy="7693532"/>
          </a:xfrm>
          <a:prstGeom prst="ellipse">
            <a:avLst/>
          </a:prstGeom>
          <a:noFill/>
          <a:ln w="444500">
            <a:solidFill>
              <a:srgbClr val="E1F0F2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43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Ayesha Siddiqua</dc:creator>
  <cp:lastModifiedBy>Ayesha Siddiqua</cp:lastModifiedBy>
  <cp:revision>5</cp:revision>
  <dcterms:created xsi:type="dcterms:W3CDTF">2026-04-05T14:27:58Z</dcterms:created>
  <dcterms:modified xsi:type="dcterms:W3CDTF">2026-04-05T16:07:35Z</dcterms:modified>
</cp:coreProperties>
</file>